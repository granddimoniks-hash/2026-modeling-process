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-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21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819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35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24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65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039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89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00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03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52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85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5B844-DAB6-4E38-984A-CBAD6FD242B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496F4-BEA3-4D10-81D9-B2662BD047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32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70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3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9115" y="-376769"/>
            <a:ext cx="13470230" cy="761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12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2931" y="-357716"/>
            <a:ext cx="13517861" cy="757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19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8641" y="-367243"/>
            <a:ext cx="13489282" cy="759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18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2931" y="-386295"/>
            <a:ext cx="13517861" cy="763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88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7694" y="-376769"/>
            <a:ext cx="13527388" cy="761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10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0845" y="-329724"/>
            <a:ext cx="13508335" cy="757343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620" y="1543526"/>
            <a:ext cx="6048351" cy="451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2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457" y="-372006"/>
            <a:ext cx="13536914" cy="760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8641" y="-372006"/>
            <a:ext cx="13489282" cy="760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177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2931" y="-352953"/>
            <a:ext cx="13517861" cy="756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670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notAdmin</dc:creator>
  <cp:lastModifiedBy>notAdmin</cp:lastModifiedBy>
  <cp:revision>2</cp:revision>
  <dcterms:created xsi:type="dcterms:W3CDTF">2026-06-08T05:42:16Z</dcterms:created>
  <dcterms:modified xsi:type="dcterms:W3CDTF">2026-06-08T06:00:25Z</dcterms:modified>
</cp:coreProperties>
</file>